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6D044-1180-5F2F-9302-0765A68F0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DC880-34C5-94C8-FDF8-508BC18C3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AFA28-1C50-0117-414A-D3B4F3A24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8921B-9147-AA4E-AEC2-80912845FD41}" type="datetimeFigureOut">
              <a:rPr lang="en-US" smtClean="0"/>
              <a:t>6/26/24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3BC1E-079F-3C8E-22ED-0E3987A27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60C7D-94B2-CAA0-EE4E-6EE9BCC5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F23A-C44A-0D48-A2B3-95FAEC79C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21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F586-4AE8-4439-1850-9DB2B2E4E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B4993-7641-9D78-E8D0-651B09A36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C385A-0E9C-F960-DDE9-1E7D0EEBB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8921B-9147-AA4E-AEC2-80912845FD41}" type="datetimeFigureOut">
              <a:rPr lang="en-US" smtClean="0"/>
              <a:t>6/26/24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4C80F-40D6-E905-CEA8-27D993535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68D56-7036-31AF-FAEA-086810C77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F23A-C44A-0D48-A2B3-95FAEC79C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93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5E3F4-0DF7-24EA-A3A9-B8B2B7D93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F4F6-DAB4-470E-ADC0-2983C0827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E1F0B-1027-320A-2E57-59C878A59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8921B-9147-AA4E-AEC2-80912845FD41}" type="datetimeFigureOut">
              <a:rPr lang="en-US" smtClean="0"/>
              <a:t>6/26/24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D2EC6-437F-C65A-4ECC-07512C88D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08B29-8E63-55DC-B96D-5C8D274A2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F23A-C44A-0D48-A2B3-95FAEC79C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4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817A-F3FE-CC70-9971-FEF4A15D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0B2D8-8C9A-09A7-9A11-8E956DB0C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46130-3D5A-9CC0-91FF-89E6739E5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6E1E5-4525-E5A4-D922-E5909626A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8921B-9147-AA4E-AEC2-80912845FD41}" type="datetimeFigureOut">
              <a:rPr lang="en-US" smtClean="0"/>
              <a:t>6/26/24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46509-F599-DDF4-DC70-660B48F21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C8888-FADC-DD12-7ABF-F1ABE296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F23A-C44A-0D48-A2B3-95FAEC79C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37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93065-C6A7-B2C4-5314-A7348E698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26E8C-14E8-1115-FED5-5588404F4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D5C9C-CCBC-A909-9506-4CC9356BC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A7D02C-8DF6-2EBA-5744-8333B425B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4D0BA-C098-893B-585E-2D6EF28A6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2E0E0-BE9D-FDB8-BE4D-D0C831E76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8921B-9147-AA4E-AEC2-80912845FD41}" type="datetimeFigureOut">
              <a:rPr lang="en-US" smtClean="0"/>
              <a:t>6/26/24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B36832-672B-EC36-35C9-E2F3C5A7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4276A6-3034-78A3-EAE0-1AEC3A7F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F23A-C44A-0D48-A2B3-95FAEC79C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25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1A259-FB75-FDAF-12D8-C60F2EE81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DD940-F6C4-C30D-0A26-9E2BF3B5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8921B-9147-AA4E-AEC2-80912845FD41}" type="datetimeFigureOut">
              <a:rPr lang="en-US" smtClean="0"/>
              <a:t>6/26/24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CAC22-D4C7-F5FF-D1D9-160F49D3B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4A611-BC13-4D67-0688-A4568B3D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F23A-C44A-0D48-A2B3-95FAEC79C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43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EF5C7-CDF7-6E0C-D12F-5203EE353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8921B-9147-AA4E-AEC2-80912845FD41}" type="datetimeFigureOut">
              <a:rPr lang="en-US" smtClean="0"/>
              <a:t>6/26/24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662B03-39C2-2E2D-AFA3-0730EE877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878C9-E4B7-776C-8B62-1C053CA9D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F23A-C44A-0D48-A2B3-95FAEC79C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04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D5E0-298B-35F5-EE49-5E91B1DF5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F91B6-B468-BB10-3FF6-B2D6593EC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3FE86-7CCA-4762-7459-B5E603ADF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4E477-CFE1-779B-75AE-0CB9D80E9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8921B-9147-AA4E-AEC2-80912845FD41}" type="datetimeFigureOut">
              <a:rPr lang="en-US" smtClean="0"/>
              <a:t>6/26/24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A8503-7FFA-8E15-DAD7-26F70769D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C97FA-6DC4-B7F8-6101-CEBC68D7F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F23A-C44A-0D48-A2B3-95FAEC79C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9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FF1ED-23AF-C019-3C5F-299D7A663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D5D50-A9C6-F4A2-6963-AA39C5FF3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DBA360-C09A-B8C4-0E1B-639ADA26E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E3689-5BEC-5881-21C3-7D2A0F786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8921B-9147-AA4E-AEC2-80912845FD41}" type="datetimeFigureOut">
              <a:rPr lang="en-US" smtClean="0"/>
              <a:t>6/26/24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05FEC-32D6-1AD8-1DCD-1B23EEEDB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7A691-6260-37CD-26C1-594CF4ED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F23A-C44A-0D48-A2B3-95FAEC79C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68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915BE-C4A4-1370-BBEA-2D37CD008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25E2F-885C-3A5F-4AD1-CC413709F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EB5E0-1175-C076-7961-7B55F86D7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8921B-9147-AA4E-AEC2-80912845FD41}" type="datetimeFigureOut">
              <a:rPr lang="en-US" smtClean="0"/>
              <a:t>6/26/24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43A6D-DC79-8C9C-3D20-766B4E390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58483-CBCE-0F99-7F40-C29C4B310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F23A-C44A-0D48-A2B3-95FAEC79C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7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7E9FD8-4DB5-085B-63F4-ED5A5056B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AE5B4-3925-3F42-C16C-44072F47E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F8328-4CA5-BB2D-AF17-0CC67ED30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8921B-9147-AA4E-AEC2-80912845FD41}" type="datetimeFigureOut">
              <a:rPr lang="en-US" smtClean="0"/>
              <a:t>6/26/24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052FD-3CD6-8F11-5E3B-32231077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15998-570F-8C90-C06A-28B70A970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F23A-C44A-0D48-A2B3-95FAEC79C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64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44A971-A3A4-6886-DF55-77C45000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2504F-A8DE-7CB9-A460-862FAD41A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4E8A6-7AB6-A2D7-BDA3-4C52750C0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8921B-9147-AA4E-AEC2-80912845FD41}" type="datetimeFigureOut">
              <a:rPr lang="en-US" smtClean="0"/>
              <a:t>6/26/24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E1F26-EBFB-9F0E-3DB4-446046093D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F223D-6D0E-F5AA-F392-2BBB242C1A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1F23A-C44A-0D48-A2B3-95FAEC79C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63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3A8B-784B-BB37-8E65-CEE93F3D24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E40F0-7D63-8B94-57F2-2833B7672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403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Kamruzzaman, Md</dc:creator>
  <cp:lastModifiedBy>Kamruzzaman, Md</cp:lastModifiedBy>
  <cp:revision>1</cp:revision>
  <dcterms:created xsi:type="dcterms:W3CDTF">2024-06-26T21:08:13Z</dcterms:created>
  <dcterms:modified xsi:type="dcterms:W3CDTF">2024-06-26T21:09:30Z</dcterms:modified>
</cp:coreProperties>
</file>